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716C6C-10A1-1377-DF37-8F665DBC0CC0}" v="225" dt="2026-07-14T14:37:24.644"/>
    <p1510:client id="{6D65767F-87E5-4D60-C4AA-86B7BB4F427E}" v="807" dt="2026-07-15T15:14:52.2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DEBB3CDA-6D27-A4F2-B81A-62BC807BD0CD}"/>
              </a:ext>
            </a:extLst>
          </p:cNvPr>
          <p:cNvGrpSpPr/>
          <p:nvPr/>
        </p:nvGrpSpPr>
        <p:grpSpPr>
          <a:xfrm>
            <a:off x="3514165" y="0"/>
            <a:ext cx="5163671" cy="6858000"/>
            <a:chOff x="3514165" y="0"/>
            <a:chExt cx="5163671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7A64FE8-4856-02BA-F53A-AF0651CE9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14165" y="0"/>
              <a:ext cx="5163671" cy="68580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BC9DB68-D4D9-D65E-21E0-7EB10764BAB3}"/>
                </a:ext>
              </a:extLst>
            </p:cNvPr>
            <p:cNvSpPr txBox="1"/>
            <p:nvPr/>
          </p:nvSpPr>
          <p:spPr>
            <a:xfrm>
              <a:off x="6828154" y="1342877"/>
              <a:ext cx="1603215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/>
                <a:t>ZED 2i camera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8BC8CFE-A6BA-2AD0-D4DC-8C84297809A7}"/>
                </a:ext>
              </a:extLst>
            </p:cNvPr>
            <p:cNvSpPr txBox="1"/>
            <p:nvPr/>
          </p:nvSpPr>
          <p:spPr>
            <a:xfrm>
              <a:off x="6697525" y="2257277"/>
              <a:ext cx="1501615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/>
                <a:t>Battery pack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9F758C9-62E7-167E-FF08-293FB5CB6867}"/>
                </a:ext>
              </a:extLst>
            </p:cNvPr>
            <p:cNvSpPr txBox="1"/>
            <p:nvPr/>
          </p:nvSpPr>
          <p:spPr>
            <a:xfrm>
              <a:off x="5311410" y="283335"/>
              <a:ext cx="1712073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/>
                <a:t>Wi-Fi</a:t>
              </a:r>
              <a:r>
                <a:rPr lang="en-US" dirty="0"/>
                <a:t> Antennas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424054D-9792-4AB0-5A67-688D89856BF0}"/>
                </a:ext>
              </a:extLst>
            </p:cNvPr>
            <p:cNvCxnSpPr/>
            <p:nvPr/>
          </p:nvCxnSpPr>
          <p:spPr>
            <a:xfrm flipV="1">
              <a:off x="4935981" y="476313"/>
              <a:ext cx="367844" cy="149947"/>
            </a:xfrm>
            <a:prstGeom prst="straightConnector1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E441011-6B5C-382A-DEB7-98083FFC63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81081" y="679512"/>
              <a:ext cx="234498" cy="324118"/>
            </a:xfrm>
            <a:prstGeom prst="straightConnector1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AF51279-EF6D-3661-26CF-D3D292765F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13423" y="1555173"/>
              <a:ext cx="880383" cy="285482"/>
            </a:xfrm>
            <a:prstGeom prst="straightConnector1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82DE47A-A144-4963-A839-F9A95393E4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36795" y="2254312"/>
              <a:ext cx="655410" cy="208003"/>
            </a:xfrm>
            <a:prstGeom prst="straightConnector1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1C33768-D015-7938-EE25-AF15F747C0F6}"/>
                </a:ext>
              </a:extLst>
            </p:cNvPr>
            <p:cNvSpPr/>
            <p:nvPr/>
          </p:nvSpPr>
          <p:spPr>
            <a:xfrm>
              <a:off x="4788794" y="589770"/>
              <a:ext cx="128788" cy="118056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D8B81F0-6108-BD11-7BFD-5EF8BB173C30}"/>
                </a:ext>
              </a:extLst>
            </p:cNvPr>
            <p:cNvSpPr/>
            <p:nvPr/>
          </p:nvSpPr>
          <p:spPr>
            <a:xfrm>
              <a:off x="6777250" y="959883"/>
              <a:ext cx="128788" cy="118056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5DBEFEE-944A-B6F2-40AD-606656012323}"/>
                </a:ext>
              </a:extLst>
            </p:cNvPr>
            <p:cNvSpPr/>
            <p:nvPr/>
          </p:nvSpPr>
          <p:spPr>
            <a:xfrm>
              <a:off x="5833822" y="1794454"/>
              <a:ext cx="128788" cy="118056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42BE499-DB57-EBA4-FBAF-C023ED9B0694}"/>
                </a:ext>
              </a:extLst>
            </p:cNvPr>
            <p:cNvSpPr/>
            <p:nvPr/>
          </p:nvSpPr>
          <p:spPr>
            <a:xfrm>
              <a:off x="5964450" y="2200853"/>
              <a:ext cx="128788" cy="118056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5CE447-16D6-E1AB-03C3-26448F5DC0DB}"/>
                </a:ext>
              </a:extLst>
            </p:cNvPr>
            <p:cNvSpPr txBox="1"/>
            <p:nvPr/>
          </p:nvSpPr>
          <p:spPr>
            <a:xfrm>
              <a:off x="3794667" y="2626778"/>
              <a:ext cx="1327444" cy="6463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/>
                <a:t>3D printed housing</a:t>
              </a:r>
            </a:p>
          </p:txBody>
        </p:sp>
        <p:sp>
          <p:nvSpPr>
            <p:cNvPr id="19" name="TextBox 5">
              <a:extLst>
                <a:ext uri="{FF2B5EF4-FFF2-40B4-BE49-F238E27FC236}">
                  <a16:creationId xmlns:a16="http://schemas.microsoft.com/office/drawing/2014/main" id="{E8BC8CFE-A6BA-2AD0-D4DC-8C84297809A7}"/>
                </a:ext>
              </a:extLst>
            </p:cNvPr>
            <p:cNvSpPr txBox="1"/>
            <p:nvPr/>
          </p:nvSpPr>
          <p:spPr>
            <a:xfrm>
              <a:off x="6697525" y="2257277"/>
              <a:ext cx="1501615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Battery pack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F33862C-154B-8548-0ABC-15328D8833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3293" y="2167226"/>
              <a:ext cx="411387" cy="476518"/>
            </a:xfrm>
            <a:prstGeom prst="straightConnector1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5C78E33-B2E1-32C2-86FE-44B85CA2C6B0}"/>
                </a:ext>
              </a:extLst>
            </p:cNvPr>
            <p:cNvSpPr/>
            <p:nvPr/>
          </p:nvSpPr>
          <p:spPr>
            <a:xfrm>
              <a:off x="4788792" y="2135538"/>
              <a:ext cx="128788" cy="118056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60D92F-2616-3E16-BCA7-1F036DE42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165" y="0"/>
            <a:ext cx="516367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078B8B-DE5D-1380-CC80-404986109103}"/>
              </a:ext>
            </a:extLst>
          </p:cNvPr>
          <p:cNvSpPr txBox="1"/>
          <p:nvPr/>
        </p:nvSpPr>
        <p:spPr>
          <a:xfrm>
            <a:off x="6791868" y="711506"/>
            <a:ext cx="128390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Jetson AGX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EF392D9E-E864-3DFB-35C8-D1DDE6DD7B77}"/>
              </a:ext>
            </a:extLst>
          </p:cNvPr>
          <p:cNvSpPr txBox="1"/>
          <p:nvPr/>
        </p:nvSpPr>
        <p:spPr>
          <a:xfrm>
            <a:off x="6784612" y="3541792"/>
            <a:ext cx="150161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Battery pack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FD09175-D211-2E36-D44F-5F158E94AACF}"/>
              </a:ext>
            </a:extLst>
          </p:cNvPr>
          <p:cNvCxnSpPr/>
          <p:nvPr/>
        </p:nvCxnSpPr>
        <p:spPr>
          <a:xfrm flipV="1">
            <a:off x="6605124" y="1107685"/>
            <a:ext cx="592815" cy="607146"/>
          </a:xfrm>
          <a:prstGeom prst="straightConnector1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3663B7D-BEB6-096A-8F02-7F51042E27FC}"/>
              </a:ext>
            </a:extLst>
          </p:cNvPr>
          <p:cNvCxnSpPr>
            <a:cxnSpLocks/>
          </p:cNvCxnSpPr>
          <p:nvPr/>
        </p:nvCxnSpPr>
        <p:spPr>
          <a:xfrm flipH="1" flipV="1">
            <a:off x="6232739" y="3241286"/>
            <a:ext cx="532041" cy="396689"/>
          </a:xfrm>
          <a:prstGeom prst="straightConnector1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42EC15BD-0B91-EFB2-D6A6-62DA791B30B2}"/>
              </a:ext>
            </a:extLst>
          </p:cNvPr>
          <p:cNvSpPr/>
          <p:nvPr/>
        </p:nvSpPr>
        <p:spPr>
          <a:xfrm>
            <a:off x="6515994" y="1649313"/>
            <a:ext cx="128788" cy="118056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69D456C-54D9-3A8F-2EA2-7C2FA29A0EFC}"/>
              </a:ext>
            </a:extLst>
          </p:cNvPr>
          <p:cNvSpPr/>
          <p:nvPr/>
        </p:nvSpPr>
        <p:spPr>
          <a:xfrm>
            <a:off x="6160393" y="3151541"/>
            <a:ext cx="128788" cy="118056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823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10BA3A0-E2D2-9BAD-A0F8-7B91131D6DD5}"/>
              </a:ext>
            </a:extLst>
          </p:cNvPr>
          <p:cNvSpPr/>
          <p:nvPr/>
        </p:nvSpPr>
        <p:spPr>
          <a:xfrm>
            <a:off x="1783919" y="1353456"/>
            <a:ext cx="2282563" cy="247010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C3D418-880F-AC3E-4AFC-61250A021749}"/>
              </a:ext>
            </a:extLst>
          </p:cNvPr>
          <p:cNvSpPr txBox="1"/>
          <p:nvPr/>
        </p:nvSpPr>
        <p:spPr>
          <a:xfrm>
            <a:off x="2246753" y="1374750"/>
            <a:ext cx="13208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Jetson AGX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95F6F-076A-BA06-7ED1-1DB4477458DD}"/>
              </a:ext>
            </a:extLst>
          </p:cNvPr>
          <p:cNvSpPr txBox="1"/>
          <p:nvPr/>
        </p:nvSpPr>
        <p:spPr>
          <a:xfrm>
            <a:off x="2065324" y="1679549"/>
            <a:ext cx="169091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ZED SDK + ROS Noetic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3F033BF-4C30-6A9A-C728-95F1F019E75A}"/>
              </a:ext>
            </a:extLst>
          </p:cNvPr>
          <p:cNvSpPr/>
          <p:nvPr/>
        </p:nvSpPr>
        <p:spPr>
          <a:xfrm>
            <a:off x="2016146" y="2028369"/>
            <a:ext cx="1745535" cy="66307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10CB92-F81F-BF63-8E3F-A56740AF4251}"/>
              </a:ext>
            </a:extLst>
          </p:cNvPr>
          <p:cNvSpPr txBox="1"/>
          <p:nvPr/>
        </p:nvSpPr>
        <p:spPr>
          <a:xfrm>
            <a:off x="2021782" y="2085950"/>
            <a:ext cx="173445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/>
              <a:t>Object Tracking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7CB743-1E83-17CF-6F49-E4536DBD61CF}"/>
              </a:ext>
            </a:extLst>
          </p:cNvPr>
          <p:cNvSpPr txBox="1"/>
          <p:nvPr/>
        </p:nvSpPr>
        <p:spPr>
          <a:xfrm>
            <a:off x="2232240" y="2318178"/>
            <a:ext cx="126274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>
                <a:latin typeface="Consolas"/>
                <a:ea typeface="Cambria Math"/>
              </a:rPr>
              <a:t>/detections </a:t>
            </a:r>
            <a:endParaRPr lang="en-US">
              <a:latin typeface="Consolas"/>
              <a:ea typeface="Cambria Math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B3C33C-B82E-63E9-E9A0-DC8DB905478B}"/>
              </a:ext>
            </a:extLst>
          </p:cNvPr>
          <p:cNvSpPr txBox="1"/>
          <p:nvPr/>
        </p:nvSpPr>
        <p:spPr>
          <a:xfrm>
            <a:off x="3233724" y="2441549"/>
            <a:ext cx="68942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10 Hz</a:t>
            </a:r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6A919A2-8A05-DB7A-FF0F-1D9F040E4F8A}"/>
              </a:ext>
            </a:extLst>
          </p:cNvPr>
          <p:cNvSpPr/>
          <p:nvPr/>
        </p:nvSpPr>
        <p:spPr>
          <a:xfrm>
            <a:off x="2016145" y="2819397"/>
            <a:ext cx="1745535" cy="75015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B50F2F-3075-6145-4A53-2A524E028E9F}"/>
              </a:ext>
            </a:extLst>
          </p:cNvPr>
          <p:cNvSpPr txBox="1"/>
          <p:nvPr/>
        </p:nvSpPr>
        <p:spPr>
          <a:xfrm>
            <a:off x="2021781" y="2869721"/>
            <a:ext cx="173445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/>
              <a:t>Camera pose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ACAAF4-4B50-E98A-AD2F-46812636FC71}"/>
              </a:ext>
            </a:extLst>
          </p:cNvPr>
          <p:cNvSpPr txBox="1"/>
          <p:nvPr/>
        </p:nvSpPr>
        <p:spPr>
          <a:xfrm>
            <a:off x="2232239" y="3109206"/>
            <a:ext cx="126274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Consolas"/>
                <a:ea typeface="Cambria Math"/>
              </a:rPr>
              <a:t>/camera_pose</a:t>
            </a:r>
            <a:endParaRPr lang="en-US" dirty="0">
              <a:latin typeface="Consolas"/>
              <a:ea typeface="Cambria Math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F8FDBB-27FA-9BAB-19CC-5FAD0FDCE859}"/>
              </a:ext>
            </a:extLst>
          </p:cNvPr>
          <p:cNvSpPr txBox="1"/>
          <p:nvPr/>
        </p:nvSpPr>
        <p:spPr>
          <a:xfrm>
            <a:off x="3240981" y="3276119"/>
            <a:ext cx="68942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10 Hz</a:t>
            </a:r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6D36E1D-725D-E0DD-3DAA-9F9A88660FD4}"/>
              </a:ext>
            </a:extLst>
          </p:cNvPr>
          <p:cNvSpPr/>
          <p:nvPr/>
        </p:nvSpPr>
        <p:spPr>
          <a:xfrm>
            <a:off x="2088716" y="707567"/>
            <a:ext cx="1549593" cy="3655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C3812-2BC3-98DE-ECEE-B649D4C7A545}"/>
              </a:ext>
            </a:extLst>
          </p:cNvPr>
          <p:cNvSpPr txBox="1"/>
          <p:nvPr/>
        </p:nvSpPr>
        <p:spPr>
          <a:xfrm>
            <a:off x="2094351" y="707092"/>
            <a:ext cx="15385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ZED camera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35E0724-FC77-1190-2DBC-ACE1B33B69EF}"/>
              </a:ext>
            </a:extLst>
          </p:cNvPr>
          <p:cNvCxnSpPr/>
          <p:nvPr/>
        </p:nvCxnSpPr>
        <p:spPr>
          <a:xfrm flipH="1">
            <a:off x="2890347" y="1075872"/>
            <a:ext cx="1719" cy="29496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9B2DECF-075A-11F5-40A2-EB925188C4A9}"/>
              </a:ext>
            </a:extLst>
          </p:cNvPr>
          <p:cNvSpPr/>
          <p:nvPr/>
        </p:nvSpPr>
        <p:spPr>
          <a:xfrm>
            <a:off x="4679518" y="1375224"/>
            <a:ext cx="2304334" cy="249187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2A6656-D228-7C01-198B-48A624836CB1}"/>
              </a:ext>
            </a:extLst>
          </p:cNvPr>
          <p:cNvSpPr txBox="1"/>
          <p:nvPr/>
        </p:nvSpPr>
        <p:spPr>
          <a:xfrm>
            <a:off x="5055267" y="1367492"/>
            <a:ext cx="15602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Host Laptop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253952-C2AD-0D00-BED8-C757DE818310}"/>
              </a:ext>
            </a:extLst>
          </p:cNvPr>
          <p:cNvSpPr txBox="1"/>
          <p:nvPr/>
        </p:nvSpPr>
        <p:spPr>
          <a:xfrm>
            <a:off x="4685152" y="1737605"/>
            <a:ext cx="230051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/>
              <a:t>Density planner + ROS master</a:t>
            </a:r>
            <a:endParaRPr lang="en-US" sz="12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C88DBDA-083B-DAD1-7422-C24903DDB73F}"/>
              </a:ext>
            </a:extLst>
          </p:cNvPr>
          <p:cNvSpPr/>
          <p:nvPr/>
        </p:nvSpPr>
        <p:spPr>
          <a:xfrm>
            <a:off x="4962545" y="2100940"/>
            <a:ext cx="1738278" cy="416330"/>
          </a:xfrm>
          <a:prstGeom prst="roundRect">
            <a:avLst/>
          </a:prstGeom>
          <a:solidFill>
            <a:schemeClr val="bg1"/>
          </a:solidFill>
          <a:ln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F8AE99-8E7C-1395-7280-3170DE83FE2D}"/>
              </a:ext>
            </a:extLst>
          </p:cNvPr>
          <p:cNvSpPr txBox="1"/>
          <p:nvPr/>
        </p:nvSpPr>
        <p:spPr>
          <a:xfrm>
            <a:off x="4960924" y="2158521"/>
            <a:ext cx="173445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/>
              <a:t>INPUT: Goal Pose</a:t>
            </a:r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6EEECFA-BF7C-F07C-BE07-C6F70320DBFB}"/>
              </a:ext>
            </a:extLst>
          </p:cNvPr>
          <p:cNvSpPr/>
          <p:nvPr/>
        </p:nvSpPr>
        <p:spPr>
          <a:xfrm>
            <a:off x="4962544" y="2826654"/>
            <a:ext cx="1738278" cy="72113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161A97-AFBE-579C-8264-36CA7086B5FB}"/>
              </a:ext>
            </a:extLst>
          </p:cNvPr>
          <p:cNvSpPr txBox="1"/>
          <p:nvPr/>
        </p:nvSpPr>
        <p:spPr>
          <a:xfrm>
            <a:off x="4968180" y="2876978"/>
            <a:ext cx="173445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/>
              <a:t>Density based motion planner</a:t>
            </a:r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B2DE27-C715-89ED-F233-760758AED92E}"/>
              </a:ext>
            </a:extLst>
          </p:cNvPr>
          <p:cNvSpPr txBox="1"/>
          <p:nvPr/>
        </p:nvSpPr>
        <p:spPr>
          <a:xfrm>
            <a:off x="6172866" y="3297890"/>
            <a:ext cx="68942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10 Hz</a:t>
            </a:r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F991CD6-FF65-868A-F250-DD3C5E63E9D9}"/>
              </a:ext>
            </a:extLst>
          </p:cNvPr>
          <p:cNvCxnSpPr>
            <a:cxnSpLocks/>
          </p:cNvCxnSpPr>
          <p:nvPr/>
        </p:nvCxnSpPr>
        <p:spPr>
          <a:xfrm>
            <a:off x="5857370" y="2532473"/>
            <a:ext cx="5539" cy="28770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7897704-86C7-2578-AAB1-EF8EAD1676C1}"/>
              </a:ext>
            </a:extLst>
          </p:cNvPr>
          <p:cNvSpPr/>
          <p:nvPr/>
        </p:nvSpPr>
        <p:spPr>
          <a:xfrm>
            <a:off x="4672259" y="4132939"/>
            <a:ext cx="2311592" cy="227415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D5E3737-97F3-0DC8-B73A-F8D8D91ECB42}"/>
              </a:ext>
            </a:extLst>
          </p:cNvPr>
          <p:cNvCxnSpPr>
            <a:cxnSpLocks/>
          </p:cNvCxnSpPr>
          <p:nvPr/>
        </p:nvCxnSpPr>
        <p:spPr>
          <a:xfrm flipH="1">
            <a:off x="5855650" y="3570245"/>
            <a:ext cx="1718" cy="78119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F673945-DF86-E01A-A9E5-A8B9861D381D}"/>
              </a:ext>
            </a:extLst>
          </p:cNvPr>
          <p:cNvSpPr/>
          <p:nvPr/>
        </p:nvSpPr>
        <p:spPr>
          <a:xfrm>
            <a:off x="4962544" y="4357911"/>
            <a:ext cx="1738278" cy="51067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81AC326-374C-B1C2-DD07-5E1E5B8EE483}"/>
              </a:ext>
            </a:extLst>
          </p:cNvPr>
          <p:cNvSpPr txBox="1"/>
          <p:nvPr/>
        </p:nvSpPr>
        <p:spPr>
          <a:xfrm>
            <a:off x="4989951" y="4415492"/>
            <a:ext cx="16256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/>
              <a:t>Unitree SDK</a:t>
            </a:r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2A037D-D1EE-51C8-33D2-112D1247D93D}"/>
              </a:ext>
            </a:extLst>
          </p:cNvPr>
          <p:cNvSpPr txBox="1"/>
          <p:nvPr/>
        </p:nvSpPr>
        <p:spPr>
          <a:xfrm>
            <a:off x="6122065" y="4625946"/>
            <a:ext cx="68942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100 Hz</a:t>
            </a:r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41E36C-40DF-824E-983B-82E8D2DF0B34}"/>
              </a:ext>
            </a:extLst>
          </p:cNvPr>
          <p:cNvSpPr txBox="1"/>
          <p:nvPr/>
        </p:nvSpPr>
        <p:spPr>
          <a:xfrm>
            <a:off x="5860809" y="3885720"/>
            <a:ext cx="1124857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/>
              <a:t>safe vel cmds</a:t>
            </a:r>
            <a:endParaRPr lang="en-US" sz="100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2C8BF77-84F9-F97F-6C8E-98CCA9FAA1EB}"/>
              </a:ext>
            </a:extLst>
          </p:cNvPr>
          <p:cNvCxnSpPr>
            <a:cxnSpLocks/>
          </p:cNvCxnSpPr>
          <p:nvPr/>
        </p:nvCxnSpPr>
        <p:spPr>
          <a:xfrm>
            <a:off x="5857369" y="4862016"/>
            <a:ext cx="5539" cy="3820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9E3C99D-EF3D-ECBF-61CA-BD9FC974C0AA}"/>
              </a:ext>
            </a:extLst>
          </p:cNvPr>
          <p:cNvSpPr/>
          <p:nvPr/>
        </p:nvSpPr>
        <p:spPr>
          <a:xfrm>
            <a:off x="4998830" y="5250539"/>
            <a:ext cx="1738278" cy="5977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D9DC778-EEFA-3D50-41FB-EDFB43BBA041}"/>
              </a:ext>
            </a:extLst>
          </p:cNvPr>
          <p:cNvSpPr txBox="1"/>
          <p:nvPr/>
        </p:nvSpPr>
        <p:spPr>
          <a:xfrm>
            <a:off x="4989953" y="5308121"/>
            <a:ext cx="173445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/>
              <a:t>OUTPUT: Robot Locomotion</a:t>
            </a:r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0FD8A5F-C8DA-5974-01DF-D16828B89616}"/>
              </a:ext>
            </a:extLst>
          </p:cNvPr>
          <p:cNvSpPr txBox="1"/>
          <p:nvPr/>
        </p:nvSpPr>
        <p:spPr>
          <a:xfrm>
            <a:off x="5897094" y="4974291"/>
            <a:ext cx="1124857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Consolas"/>
              </a:rPr>
              <a:t>/</a:t>
            </a:r>
            <a:r>
              <a:rPr lang="en-US" sz="1000" dirty="0" err="1">
                <a:latin typeface="Consolas"/>
              </a:rPr>
              <a:t>high_cmd</a:t>
            </a:r>
            <a:endParaRPr lang="en-US" dirty="0" err="1">
              <a:latin typeface="Consola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182921-0F51-2579-999E-BB428D6A4E24}"/>
              </a:ext>
            </a:extLst>
          </p:cNvPr>
          <p:cNvSpPr txBox="1"/>
          <p:nvPr/>
        </p:nvSpPr>
        <p:spPr>
          <a:xfrm>
            <a:off x="4481953" y="5924977"/>
            <a:ext cx="269965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Jetson NX (onboard)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5658D084-3D15-7CC1-534C-755F9530F75E}"/>
              </a:ext>
            </a:extLst>
          </p:cNvPr>
          <p:cNvCxnSpPr/>
          <p:nvPr/>
        </p:nvCxnSpPr>
        <p:spPr>
          <a:xfrm>
            <a:off x="3756212" y="2357717"/>
            <a:ext cx="1201270" cy="815788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107C0D4-FED2-C2A4-2DAF-D93E003C7A0E}"/>
              </a:ext>
            </a:extLst>
          </p:cNvPr>
          <p:cNvCxnSpPr/>
          <p:nvPr/>
        </p:nvCxnSpPr>
        <p:spPr>
          <a:xfrm flipV="1">
            <a:off x="3757919" y="3171797"/>
            <a:ext cx="936172" cy="3415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1">
            <a:extLst>
              <a:ext uri="{FF2B5EF4-FFF2-40B4-BE49-F238E27FC236}">
                <a16:creationId xmlns:a16="http://schemas.microsoft.com/office/drawing/2014/main" id="{6508F090-79F1-28A7-04F0-A329B93D14B5}"/>
              </a:ext>
            </a:extLst>
          </p:cNvPr>
          <p:cNvSpPr txBox="1"/>
          <p:nvPr/>
        </p:nvSpPr>
        <p:spPr>
          <a:xfrm>
            <a:off x="4082809" y="1498120"/>
            <a:ext cx="595084" cy="24622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/>
              <a:t>Wi-Fi</a:t>
            </a:r>
            <a:endParaRPr lang="en-US"/>
          </a:p>
        </p:txBody>
      </p:sp>
      <p:sp>
        <p:nvSpPr>
          <p:cNvPr id="44" name="TextBox 41">
            <a:extLst>
              <a:ext uri="{FF2B5EF4-FFF2-40B4-BE49-F238E27FC236}">
                <a16:creationId xmlns:a16="http://schemas.microsoft.com/office/drawing/2014/main" id="{FD4D297B-9AC2-A402-61ED-CC62B6CE85BF}"/>
              </a:ext>
            </a:extLst>
          </p:cNvPr>
          <p:cNvSpPr txBox="1"/>
          <p:nvPr/>
        </p:nvSpPr>
        <p:spPr>
          <a:xfrm>
            <a:off x="4344066" y="3791377"/>
            <a:ext cx="595084" cy="24622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/>
              <a:t>Wi-Fi</a:t>
            </a:r>
            <a:endParaRPr lang="en-US"/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4977D218-3B77-105A-7C89-1D88935EC1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80114" y="1650999"/>
            <a:ext cx="399144" cy="38463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CE0CDC77-0A24-E9B3-95F2-8CA96FE6FC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41371" y="3907970"/>
            <a:ext cx="399144" cy="384630"/>
          </a:xfrm>
          <a:prstGeom prst="rect">
            <a:avLst/>
          </a:prstGeom>
        </p:spPr>
      </p:pic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6422A535-1BFF-E8C9-6F60-3593C9FFBC91}"/>
              </a:ext>
            </a:extLst>
          </p:cNvPr>
          <p:cNvSpPr/>
          <p:nvPr/>
        </p:nvSpPr>
        <p:spPr>
          <a:xfrm>
            <a:off x="2117744" y="4045852"/>
            <a:ext cx="1549593" cy="3655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0572F93-B8EF-9316-0B15-4B352D6B769D}"/>
              </a:ext>
            </a:extLst>
          </p:cNvPr>
          <p:cNvSpPr txBox="1"/>
          <p:nvPr/>
        </p:nvSpPr>
        <p:spPr>
          <a:xfrm>
            <a:off x="2137893" y="4045377"/>
            <a:ext cx="15385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Battery pack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161A2DE-B8CF-56C8-6D6F-921555D62E43}"/>
              </a:ext>
            </a:extLst>
          </p:cNvPr>
          <p:cNvCxnSpPr>
            <a:cxnSpLocks/>
          </p:cNvCxnSpPr>
          <p:nvPr/>
        </p:nvCxnSpPr>
        <p:spPr>
          <a:xfrm flipH="1" flipV="1">
            <a:off x="2897603" y="3801978"/>
            <a:ext cx="1719" cy="24206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41">
            <a:extLst>
              <a:ext uri="{FF2B5EF4-FFF2-40B4-BE49-F238E27FC236}">
                <a16:creationId xmlns:a16="http://schemas.microsoft.com/office/drawing/2014/main" id="{F0AC6110-9330-4C92-4F60-1023806A3DAF}"/>
              </a:ext>
            </a:extLst>
          </p:cNvPr>
          <p:cNvSpPr txBox="1"/>
          <p:nvPr/>
        </p:nvSpPr>
        <p:spPr>
          <a:xfrm>
            <a:off x="1477493" y="866748"/>
            <a:ext cx="595084" cy="24622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/>
              <a:t>USB-C</a:t>
            </a:r>
            <a:endParaRPr lang="en-US"/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260202E3-6EB8-949D-889D-87B8CABF04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3828" y="1048656"/>
            <a:ext cx="341086" cy="370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723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292</cp:revision>
  <dcterms:created xsi:type="dcterms:W3CDTF">2026-07-14T14:26:34Z</dcterms:created>
  <dcterms:modified xsi:type="dcterms:W3CDTF">2026-07-15T15:16:49Z</dcterms:modified>
</cp:coreProperties>
</file>